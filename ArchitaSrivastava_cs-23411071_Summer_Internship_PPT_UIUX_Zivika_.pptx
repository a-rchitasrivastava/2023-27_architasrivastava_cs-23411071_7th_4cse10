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-rchitasrivastava/2023-27_architaSrivastava_CS-23411071_7th_4CSE10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502920"/>
            <a:ext cx="713232" cy="713232"/>
          </a:xfrm>
          <a:prstGeom prst="ellipse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76656"/>
            <a:ext cx="7132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2323"/>
                </a:solidFill>
                <a:latin typeface="Aptos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572768" y="5120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IILM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8595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E6D2BE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D2BE"/>
                </a:solidFill>
                <a:latin typeface="Aptos"/>
              </a:defRPr>
            </a:pPr>
            <a:r>
              <a:t>SUMMER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UI/UX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DAD8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5623560" cy="2606040"/>
          </a:xfrm>
          <a:prstGeom prst="roundRect">
            <a:avLst/>
          </a:prstGeom>
          <a:solidFill>
            <a:srgbClr val="323131"/>
          </a:solidFill>
          <a:ln>
            <a:solidFill>
              <a:srgbClr val="555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6D2BE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747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FFFFFF"/>
                </a:solidFill>
                <a:latin typeface="Aptos"/>
              </a:defRPr>
            </a:pPr>
            <a:r>
              <a:t>Archita Srivastava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32504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6D2BE"/>
                </a:solidFill>
                <a:latin typeface="Aptos"/>
              </a:defRPr>
            </a:pPr>
            <a:r>
              <a:t>ENROLLMENT / ROLL 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0507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FFFFFF"/>
                </a:solidFill>
                <a:latin typeface="Aptos"/>
              </a:defRPr>
            </a:pPr>
            <a:r>
              <a:t>CS-23411071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6285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6D2BE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53542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FFFFFF"/>
                </a:solidFill>
                <a:latin typeface="Aptos"/>
              </a:defRPr>
            </a:pPr>
            <a:r>
              <a:t>B.Tech Computer Science Engineering | 7th Semester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09320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E6D2BE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065776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1">
                <a:solidFill>
                  <a:srgbClr val="FFFFFF"/>
                </a:solidFill>
                <a:latin typeface="Aptos"/>
              </a:defRPr>
            </a:pPr>
            <a:r>
              <a:t>Infotact Solutions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143000"/>
            <a:ext cx="4389120" cy="4709160"/>
          </a:xfrm>
          <a:prstGeom prst="roundRect">
            <a:avLst/>
          </a:prstGeom>
          <a:solidFill>
            <a:srgbClr val="323131"/>
          </a:solidFill>
          <a:ln>
            <a:solidFill>
              <a:srgbClr val="555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1508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D2BE"/>
                </a:solidFill>
                <a:latin typeface="Aptos"/>
              </a:defRPr>
            </a:pPr>
            <a:r>
              <a:t>INTERNSHIP TOPIC /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19659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UI/UX Design</a:t>
            </a:r>
            <a:br/>
            <a:r>
              <a:t>&amp; Practical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68552"/>
                </a:solidFill>
                <a:latin typeface="Aptos"/>
              </a:defRPr>
            </a:pPr>
            <a:r>
              <a:t>Zivika Accessories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6118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AD8"/>
                </a:solidFill>
                <a:latin typeface="Aptos"/>
              </a:defRPr>
            </a:pPr>
            <a:r>
              <a:t>Jewellery &amp; accessories</a:t>
            </a:r>
            <a:br/>
            <a:r>
              <a:t>E-commerce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709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CDAD8"/>
                </a:solidFill>
                <a:latin typeface="Aptos"/>
              </a:defRPr>
            </a:pPr>
            <a:r>
              <a:t>Designed in Figma • Interactive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2303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6D2BE"/>
                </a:solidFill>
                <a:latin typeface="Aptos"/>
              </a:defRPr>
            </a:pPr>
            <a:r>
              <a:t>25 June 2026 – 25 September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44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6D2BE"/>
                </a:solidFill>
                <a:latin typeface="Aptos"/>
              </a:defRPr>
            </a:pPr>
            <a:r>
              <a:t>Design Associate L1  |  Fully Remote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2AD6E63-AE08-265B-F8AF-1D8433288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34" y="502920"/>
            <a:ext cx="769074" cy="75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6D2BE"/>
                </a:solidFill>
                <a:latin typeface="Aptos"/>
              </a:defRPr>
            </a:pPr>
            <a:r>
              <a:t>SUMMER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400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UI/UX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DCDAD8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960120"/>
            <a:ext cx="4389120" cy="4480560"/>
          </a:xfrm>
          <a:prstGeom prst="roundRect">
            <a:avLst/>
          </a:prstGeom>
          <a:solidFill>
            <a:srgbClr val="323131"/>
          </a:solidFill>
          <a:ln>
            <a:solidFill>
              <a:srgbClr val="555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13716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CBEA0"/>
                </a:solidFill>
                <a:latin typeface="Aptos"/>
              </a:defRPr>
            </a:pPr>
            <a:r>
              <a:t>PRACTICAL UI/UX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83080"/>
            <a:ext cx="3383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Zivika</a:t>
            </a:r>
            <a:br/>
            <a:r>
              <a:t>Accessories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97180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CDAD8"/>
                </a:solidFill>
                <a:latin typeface="Aptos"/>
              </a:defRPr>
            </a:pPr>
            <a:r>
              <a:t>Jewellery &amp; accessories</a:t>
            </a:r>
            <a:br/>
            <a:r>
              <a:t>e-commerce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0690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EBBB8"/>
                </a:solidFill>
                <a:latin typeface="Aptos"/>
              </a:defRPr>
            </a:pPr>
            <a:r>
              <a:t>Designed in Figma • Interactive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83480"/>
            <a:ext cx="557784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Archita Srivastava</a:t>
            </a:r>
            <a:br>
              <a:rPr dirty="0"/>
            </a:br>
            <a:r>
              <a:rPr dirty="0" err="1"/>
              <a:t>B.Tech</a:t>
            </a:r>
            <a:r>
              <a:rPr dirty="0"/>
              <a:t> CSE •</a:t>
            </a:r>
            <a:r>
              <a:rPr lang="en-US" dirty="0"/>
              <a:t>CS-23411071</a:t>
            </a:r>
          </a:p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4th Year</a:t>
            </a:r>
            <a:br>
              <a:rPr dirty="0"/>
            </a:br>
            <a:r>
              <a:rPr dirty="0"/>
              <a:t>IILM University, Greater Noida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6D2BE"/>
                </a:solidFill>
                <a:latin typeface="Aptos"/>
              </a:defRPr>
            </a:pPr>
            <a:r>
              <a:rPr dirty="0" err="1"/>
              <a:t>Infotact</a:t>
            </a:r>
            <a:r>
              <a:rPr dirty="0"/>
              <a:t> Solutions  |  Design Associate L1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Organization &amp; Internship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Information directly supported by the offer 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749039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30 192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63" y="1673352"/>
            <a:ext cx="3094512" cy="428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00600" y="169164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E1D1D"/>
                </a:solidFill>
                <a:latin typeface="Aptos"/>
              </a:defRPr>
            </a:pPr>
            <a:r>
              <a:t>Infotact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68552"/>
                </a:solidFill>
                <a:latin typeface="Aptos"/>
              </a:defRPr>
            </a:pPr>
            <a:r>
              <a:t>Internship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6217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Internship domain: UI/UX Design.</a:t>
            </a:r>
          </a:p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Role offered: Design Associate L1.</a:t>
            </a:r>
          </a:p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Work mode: fully remote.</a:t>
            </a:r>
          </a:p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The offer describes hands-on experience and exposure to real-world projects.</a:t>
            </a:r>
          </a:p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Reporting includes updates to a manager/trainer and reviews of assigned tasks and projects.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Role &amp;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Responsibilities stated in the offer 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Design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0060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• Design intuitive, user-centered interfaces for websites and web applications.</a:t>
            </a:r>
            <a:br/>
            <a:br/>
            <a:r>
              <a:t>• Create wireframes, mockups, prototypes and user flows.</a:t>
            </a:r>
            <a:br/>
            <a:br/>
            <a:r>
              <a:t>• Apply UI principles, color theory, typography and layout best practices.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Collaboration &amp;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2"/>
            <a:ext cx="480060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• Conduct user research, interviews and usability testing.</a:t>
            </a:r>
            <a:br/>
            <a:br/>
            <a:r>
              <a:t>• Collaborate with web development and product teams.</a:t>
            </a:r>
            <a:br/>
            <a:br/>
            <a:r>
              <a:t>• Document design systems, component libraries and interaction patterns.</a:t>
            </a:r>
            <a:br/>
            <a:br/>
            <a:r>
              <a:t>• Stay updated with design trends, tools and user behaviour.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5F5C5A"/>
                </a:solidFill>
                <a:latin typeface="Aptos"/>
              </a:defRPr>
            </a:pPr>
            <a:r>
              <a:t>Note: These are role responsibilities listed in the offer letter; no unprovided completion/results are claimed.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UI/UX Concepts &amp;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Core areas reflected in the internship role and practical design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971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Visual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Organizing content so users can scan and understand the interface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600200"/>
            <a:ext cx="2971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783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Typography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21992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Using type scale, weight and spacing to create readable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600200"/>
            <a:ext cx="2971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783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Color &amp; contrast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221992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Using a controlled palette to support clarity and visual identity.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2971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Layout &amp; spacing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25112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Maintaining alignment, rhythm and consistency across screens.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703320"/>
            <a:ext cx="2971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38862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Information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25112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Grouping jewellery categories and navigation in a clear structure.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703320"/>
            <a:ext cx="2971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38862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Prototyping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325112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Connecting screens to demonstrate an interactive shopping flow.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Practical UI/UX Project — Zivika Accessories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Jewellery &amp; accessories e-commerce interface designed in Figma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4754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30 195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023" y="1581912"/>
            <a:ext cx="2958991" cy="43799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089903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6002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68552"/>
                </a:solidFill>
                <a:latin typeface="Aptos"/>
              </a:defRPr>
            </a:pPr>
            <a:r>
              <a:t>Project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5303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1E1D1D"/>
                </a:solidFill>
                <a:latin typeface="Aptos"/>
              </a:defRPr>
            </a:pPr>
            <a:r>
              <a:t>To design a clean, attractive and user-friendly jewellery shopping interface with clear category navigation, consistent product presentation and a cohesive visual identity.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5204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68552"/>
                </a:solidFill>
                <a:latin typeface="Aptos"/>
              </a:defRPr>
            </a:pPr>
            <a:r>
              <a:t>Key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9319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Home page</a:t>
            </a:r>
          </a:p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Rings, Bracelets, Pendants &amp; Anklets</a:t>
            </a:r>
          </a:p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Login / Signup</a:t>
            </a:r>
          </a:p>
          <a:p>
            <a:pPr>
              <a:spcAft>
                <a:spcPts val="800"/>
              </a:spcAft>
              <a:defRPr sz="1500">
                <a:solidFill>
                  <a:srgbClr val="1E1D1D"/>
                </a:solidFill>
                <a:latin typeface="Aptos"/>
              </a:defRPr>
            </a:pPr>
            <a:r>
              <a:t>• Interactive Figma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Designing a focused shopping experience for jewellery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75488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Jewellery e-commerce interfaces need to balance visual appeal with easy discovery. Users should be able to understand categories, browse products and move through the shopping interface without unnecessary complexity.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2"/>
            <a:ext cx="4754880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• Create a premium yet minimal visual direction.</a:t>
            </a:r>
            <a:br/>
            <a:br/>
            <a:r>
              <a:t>• Make product categories easy to discover.</a:t>
            </a:r>
            <a:br/>
            <a:br/>
            <a:r>
              <a:t>• Present products consistently using reusable card patterns.</a:t>
            </a:r>
            <a:br/>
            <a:br/>
            <a:r>
              <a:t>• Maintain visual consistency across pages.</a:t>
            </a:r>
            <a:br/>
            <a:br/>
            <a:r>
              <a:t>• Demonstrate the experience through an interactive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Project Scope &amp; Information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Core structure of the Zivika shopping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6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1D1D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88036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6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79" y="2971800"/>
            <a:ext cx="16459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1D1D"/>
                </a:solidFill>
                <a:latin typeface="Aptos"/>
              </a:defRPr>
            </a:pPr>
            <a:r>
              <a:t>RINGS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88036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6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971800"/>
            <a:ext cx="16459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1D1D"/>
                </a:solidFill>
                <a:latin typeface="Aptos"/>
              </a:defRPr>
            </a:pPr>
            <a:r>
              <a:t>BRACELETS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88036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6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971800"/>
            <a:ext cx="16459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1D1D"/>
                </a:solidFill>
                <a:latin typeface="Aptos"/>
              </a:defRPr>
            </a:pPr>
            <a:r>
              <a:t>PENDANTS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88036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6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40" y="2971800"/>
            <a:ext cx="16459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1D1D"/>
                </a:solidFill>
                <a:latin typeface="Aptos"/>
              </a:defRPr>
            </a:pPr>
            <a:r>
              <a:t>ANKLETS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297680"/>
            <a:ext cx="17373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6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54679" y="4389120"/>
            <a:ext cx="164591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1D1D"/>
                </a:solidFill>
                <a:latin typeface="Aptos"/>
              </a:defRPr>
            </a:pPr>
            <a:r>
              <a:t>LOGIN /</a:t>
            </a:r>
            <a:br/>
            <a:r>
              <a:t>SIGNUP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29768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6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4389120"/>
            <a:ext cx="20116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1D1D"/>
                </a:solidFill>
                <a:latin typeface="Aptos"/>
              </a:defRPr>
            </a:pPr>
            <a:r>
              <a:t>PROTOTYPE</a:t>
            </a:r>
            <a:br/>
            <a:r>
              <a:t>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417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68552"/>
                </a:solidFill>
                <a:latin typeface="Aptos"/>
              </a:defRPr>
            </a:pPr>
            <a:r>
              <a:t>Primary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33172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F5C5A"/>
                </a:solidFill>
                <a:latin typeface="Aptos"/>
              </a:defRPr>
            </a:pPr>
            <a:r>
              <a:t>Category browsing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7947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F5C5A"/>
                </a:solidFill>
                <a:latin typeface="Aptos"/>
              </a:defRPr>
            </a:pPr>
            <a:r>
              <a:t>Access &amp; 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UI/UX Design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A practical flow from structure to interactive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828800"/>
            <a:ext cx="658368" cy="658368"/>
          </a:xfrm>
          <a:prstGeom prst="ellipse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1D1D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828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F5C5A"/>
                </a:solidFill>
                <a:latin typeface="Aptos"/>
              </a:defRPr>
            </a:pPr>
            <a:r>
              <a:t>Clarify the e-commerce goal and page requirements.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157984"/>
            <a:ext cx="1444752" cy="0"/>
          </a:xfrm>
          <a:prstGeom prst="line">
            <a:avLst/>
          </a:prstGeom>
          <a:ln>
            <a:solidFill>
              <a:srgbClr val="DC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71800" y="1828800"/>
            <a:ext cx="658368" cy="658368"/>
          </a:xfrm>
          <a:prstGeom prst="ellipse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96596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97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1D1D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54680"/>
            <a:ext cx="1828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F5C5A"/>
                </a:solidFill>
                <a:latin typeface="Aptos"/>
              </a:defRPr>
            </a:pPr>
            <a:r>
              <a:t>Organize navigation, categories and page hierarchy.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2157984"/>
            <a:ext cx="1444752" cy="0"/>
          </a:xfrm>
          <a:prstGeom prst="line">
            <a:avLst/>
          </a:prstGeom>
          <a:ln>
            <a:solidFill>
              <a:srgbClr val="DC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57800" y="1828800"/>
            <a:ext cx="658368" cy="658368"/>
          </a:xfrm>
          <a:prstGeom prst="ellipse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96596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97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1D1D"/>
                </a:solidFill>
                <a:latin typeface="Aptos"/>
              </a:defRPr>
            </a:pPr>
            <a:r>
              <a:t>Visual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154680"/>
            <a:ext cx="1828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F5C5A"/>
                </a:solidFill>
                <a:latin typeface="Aptos"/>
              </a:defRPr>
            </a:pPr>
            <a:r>
              <a:t>Develop typography, imagery, cards, spacing and layout.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2157984"/>
            <a:ext cx="1444751" cy="0"/>
          </a:xfrm>
          <a:prstGeom prst="line">
            <a:avLst/>
          </a:prstGeom>
          <a:ln>
            <a:solidFill>
              <a:srgbClr val="DC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43800" y="1828800"/>
            <a:ext cx="658368" cy="658368"/>
          </a:xfrm>
          <a:prstGeom prst="ellipse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196596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97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1D1D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154680"/>
            <a:ext cx="1828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F5C5A"/>
                </a:solidFill>
                <a:latin typeface="Aptos"/>
              </a:defRPr>
            </a:pPr>
            <a:r>
              <a:t>Connect screens and interactions in Figma.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75320" y="2157984"/>
            <a:ext cx="1444752" cy="0"/>
          </a:xfrm>
          <a:prstGeom prst="line">
            <a:avLst/>
          </a:prstGeom>
          <a:ln>
            <a:solidFill>
              <a:srgbClr val="DC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829800" y="1828800"/>
            <a:ext cx="658368" cy="658368"/>
          </a:xfrm>
          <a:prstGeom prst="ellipse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9800" y="196596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97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E1D1D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54680"/>
            <a:ext cx="1828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F5C5A"/>
                </a:solidFill>
                <a:latin typeface="Aptos"/>
              </a:defRPr>
            </a:pPr>
            <a:r>
              <a:t>Check consistency, readability and navigation 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C5A"/>
                </a:solidFill>
                <a:latin typeface="Aptos"/>
              </a:defRPr>
            </a:pPr>
            <a:r>
              <a:t>The deck does not claim formal user research or usability-test results that were not provided.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Zivika — Home &amp; Account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Entry point, category discovery and login/signup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758952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30 195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737" y="1581912"/>
            <a:ext cx="3020765" cy="447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3"/>
            <a:ext cx="7589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508760"/>
            <a:ext cx="297180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08-30 1945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562359"/>
            <a:ext cx="2825496" cy="25105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49640" y="6181343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Login / 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Zivika — Category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Consistent product-card presentation across jewellery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8-30 194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659660"/>
            <a:ext cx="2596895" cy="231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272783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08-30 194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628469"/>
            <a:ext cx="2596896" cy="23783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0" y="6272783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Bracelets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creenshot 2026-08-30 195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624808"/>
            <a:ext cx="2596896" cy="2385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6272783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Pendants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417320"/>
            <a:ext cx="22402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reenshot 2026-08-30 1945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835" y="1490472"/>
            <a:ext cx="1983250" cy="46542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18320" y="6272783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Anklets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Design Decisions &amp; UI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Visual choices visible in the submitted Zivika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Premium visual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Neutral backgrounds with strong black sections and warm imagery create a jewellery-focused aesthetic.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50876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39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Clear category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30552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Top navigation and dedicated category pages help users move directly to major jewellery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50876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691639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Consistent product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130552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Product image, name, price and call-to-action follow a repeated presentation pattern.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Content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25112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Hero messaging, category blocks and product sections separate discovery stages on the home page.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70332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38862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Brand presence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25112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The Instagram section extends the visual identity beyond product browsing.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70332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388620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Prototype-ready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325112"/>
            <a:ext cx="2514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Multiple screens are organized so the interface can be demonstrated as an interactive Figma prototype.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Interactive Prototype &amp; Project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Figma for prototyping • GitHub for project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1565bf-3831-4ba4-97bb-3bd34e8da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78" y="1581912"/>
            <a:ext cx="4843843" cy="43799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89903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F5C5A"/>
                </a:solidFill>
                <a:latin typeface="Aptos"/>
              </a:defRPr>
            </a:pPr>
            <a:r>
              <a:t>Zivika screen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Figma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0116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5C5A"/>
                </a:solidFill>
                <a:latin typeface="Aptos"/>
              </a:defRPr>
            </a:pPr>
            <a:r>
              <a:t>Interactive prototype: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554846"/>
            <a:ext cx="402336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E1D1D"/>
                </a:solidFill>
                <a:latin typeface="Aptos"/>
              </a:defRPr>
            </a:pPr>
            <a:r>
              <a:rPr lang="en-IN" dirty="0"/>
              <a:t>https://www.figma.com/proto/fbBwgdjA8Cq5f0v6IBHRkV/zivika-accessories?node-id=0-1&amp;t=9tVWaNQTShgMMxM6-1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452360" y="38862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343400"/>
            <a:ext cx="4023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5C5A"/>
                </a:solidFill>
                <a:latin typeface="Aptos"/>
              </a:defRPr>
            </a:pPr>
            <a:r>
              <a:t>Project screenshots and documentation can be presented 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2578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1D1D"/>
                </a:solidFill>
                <a:latin typeface="Aptos"/>
              </a:defRPr>
            </a:pPr>
            <a:r>
              <a:rPr sz="1050" b="1" dirty="0">
                <a:solidFill>
                  <a:srgbClr val="1E1D1D"/>
                </a:solidFill>
                <a:latin typeface="Aptos"/>
                <a:hlinkClick r:id="rId3"/>
              </a:rPr>
              <a:t>github.com/a-</a:t>
            </a:r>
            <a:r>
              <a:rPr sz="1050" b="1" dirty="0" err="1">
                <a:solidFill>
                  <a:srgbClr val="1E1D1D"/>
                </a:solidFill>
                <a:latin typeface="Aptos"/>
                <a:hlinkClick r:id="rId3"/>
              </a:rPr>
              <a:t>rchitasrivastava</a:t>
            </a:r>
            <a:r>
              <a:rPr sz="1050" b="1" dirty="0">
                <a:solidFill>
                  <a:srgbClr val="1E1D1D"/>
                </a:solidFill>
                <a:latin typeface="Aptos"/>
                <a:hlinkClick r:id="rId3"/>
              </a:rPr>
              <a:t>/
2023-27_architaSrivastava_CS-23411071_7th_4CSE10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5650992"/>
            <a:ext cx="4023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68552"/>
                </a:solidFill>
                <a:latin typeface="Aptos"/>
              </a:defRPr>
            </a:pPr>
            <a:r>
              <a:rPr>
                <a:hlinkClick r:id="rId3"/>
              </a:rPr>
              <a:t>Open GitHub Repository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1D1D"/>
                </a:solidFill>
                <a:latin typeface="Aptos"/>
              </a:defRPr>
            </a:pPr>
            <a:r>
              <a:t>Learning Outcomes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914400" cy="41148"/>
          </a:xfrm>
          <a:prstGeom prst="rect">
            <a:avLst/>
          </a:prstGeom>
          <a:solidFill>
            <a:srgbClr val="C6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What the project demonstrates and where the design can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F5C5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75488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• Practiced structuring an e-commerce interface.</a:t>
            </a:r>
            <a:br/>
            <a:br/>
            <a:r>
              <a:t>• Strengthened understanding of visual hierarchy, typography, spacing and consistency.</a:t>
            </a:r>
            <a:br/>
            <a:br/>
            <a:r>
              <a:t>• Practiced category-based information architecture.</a:t>
            </a:r>
            <a:br/>
            <a:br/>
            <a:r>
              <a:t>• Built an interactive prototype in Figma.</a:t>
            </a:r>
            <a:br/>
            <a:br/>
            <a:r>
              <a:t>• Improved ability to communicate a UI/UX concept visually.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68552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76272"/>
            <a:ext cx="475488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5C5A"/>
                </a:solidFill>
                <a:latin typeface="Aptos"/>
              </a:defRPr>
            </a:pPr>
            <a:r>
              <a:t>• Add detailed product pages and richer product information.</a:t>
            </a:r>
            <a:br/>
            <a:br/>
            <a:r>
              <a:t>• Expand the prototype with cart, wishlist and checkout flows.</a:t>
            </a:r>
            <a:br/>
            <a:br/>
            <a:r>
              <a:t>• Explore responsive/mobile layouts.</a:t>
            </a:r>
            <a:br/>
            <a:br/>
            <a:r>
              <a:t>• Add accessibility-focused design checks.</a:t>
            </a:r>
            <a:br/>
            <a:br/>
            <a:r>
              <a:t>• Conduct real user research and usability testing in a future iteration.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5C5A"/>
                </a:solidFill>
                <a:latin typeface="Aptos"/>
              </a:defRPr>
            </a:pPr>
            <a:r>
              <a:t>Summer Internship • UI/UX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1B71-9794-57AD-2B35-E531942A1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ABEA2-2DB1-AE08-5F65-A0E00C152B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1129</Words>
  <Application>Microsoft Office PowerPoint</Application>
  <PresentationFormat>Widescreen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Archita Srivastava</cp:lastModifiedBy>
  <cp:revision>2</cp:revision>
  <dcterms:created xsi:type="dcterms:W3CDTF">2013-01-27T09:14:16Z</dcterms:created>
  <dcterms:modified xsi:type="dcterms:W3CDTF">2026-08-30T19:26:19Z</dcterms:modified>
  <cp:category/>
</cp:coreProperties>
</file>